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0158-E6F1-D1DB-A454-C3BBFE077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6B663-F6BE-64A2-4D7E-3A2C7EDDB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29ABB-388A-7D80-DA41-B24BEFD3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863B-8FC4-C79E-7232-8D0451D5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FAF0-EA61-8084-0EDF-45E36188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8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BFC3-0A5C-654C-0670-5E5AFEE9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8F71-5F42-9406-B039-472972E5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6D146-865E-FD3F-72AF-D42B56D9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45091-A378-94D9-19E1-9C0D6E0B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03074-5C90-F541-CBF1-B1603291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1A35-8AC8-C73F-BBA6-35DDC407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A627E-FBE0-2C25-F9E1-5FCB4C5B8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C618F-1444-B54E-59D0-1FA61953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6E15-6B40-5CF9-90AA-B7775513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2003-8188-C480-5D53-DE87C2C2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E3D-9C19-742B-24DC-037A711C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E0A49-D693-BBB8-9F97-E2195AA3C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51B24-9836-4CC9-FA5E-116D77829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5949A-4197-848D-098D-8DC8F31B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E4CA7-D6A5-AB47-C2B1-66079D25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7E730-B33C-802E-2C7E-86CE9360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2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A3EA-3395-597B-D18A-227AE9CCD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16949-5F67-3687-809D-F4E3FA55C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AF456-9694-DDCC-20F0-EC5EED325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B9B07-1E17-0161-6B75-578142A2E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26218-2A9B-47AF-9755-818C00397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81351-69B5-80DA-19F9-4CE02904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458181-2F5D-A56D-F0FD-0FAE4077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9B313-E0C3-E49B-2141-FA8B8A0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2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D6B4-ABEF-09CC-DD70-D4923967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B710B-6C82-EA02-3920-9D94AA76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0364C-899D-D0CE-BE82-B22F1785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38000-3898-BC97-4C3A-99E5041F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4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44396-32AA-27F2-D15B-8C439560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AC6FB-2362-8DC1-2315-B300ADAC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B5EF7-8EBF-DFCA-D258-6AB11A3C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1850-A5B7-A77D-6D13-8389C926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DA3A-E6B7-499F-8B9B-542EFC30B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393A6-C34A-0B2E-72DC-8B69FCF99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E2B7F-1AB1-427E-7E2F-5FBC9A09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95C84-8E0D-E8D8-D528-54F72D0F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2B54A-843B-E65A-CFD1-68EF69DB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1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3A59-C388-03C8-A001-2B60A219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98FB1-0B0C-D6F4-1456-BF715946C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6A9F7-F884-1C9B-88EC-FBFD12EDC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A725D-BA22-46C3-5A52-F044CF5F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3B812-52F9-6574-7960-AB744B65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2E86C-4235-24E4-BD06-515114A1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2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DC71-D608-9262-BC9D-C031B622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1B0A8-ADFD-3754-0098-C6DCCF8AD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84C6E-EB5E-8AD4-C848-28B61AE6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62B44-8820-5C2F-6003-0EE5B5BE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F284B-54CF-49AA-64BC-DF3771FB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F02E3-1A3D-86B6-167F-D6659811D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07C15-5417-CFBB-EDD6-408F428B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833B2-16CC-EB81-103D-7F12D0AE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FDC18-046A-4C06-C3FD-EC233592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71F5A-8E7B-201E-BC0B-5E8E984E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2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446A1-8603-086B-E709-B1961A3F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3107B-1EC4-B97D-4F64-7C1F87982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E6377-26A1-284E-BFBF-19E208996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94BBA-A89A-A34C-AEF3-D35942E55C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0DD73-3321-AE10-2811-17BE96D6B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3432F-C6D3-BCBB-2363-92842D2B7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664BD-FA99-F047-A264-B320119F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6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E06D-42C1-C4D3-89B7-A794D1FD00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00270-A62D-2BDE-1B43-4FBABEC8E9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BC85F-221D-8F36-BA84-321960CAD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4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3A16-B582-B8E3-425B-BD7C0645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07E136-1205-8FAF-BEA7-3565BDF83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1295" y="-274917"/>
            <a:ext cx="12915235" cy="7232532"/>
          </a:xfrm>
        </p:spPr>
      </p:pic>
    </p:spTree>
    <p:extLst>
      <p:ext uri="{BB962C8B-B14F-4D97-AF65-F5344CB8AC3E}">
        <p14:creationId xmlns:p14="http://schemas.microsoft.com/office/powerpoint/2010/main" val="156329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279F-4345-4ACA-F999-E3087990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A63C28-DD01-30B8-3859-A3D774784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965" y="0"/>
            <a:ext cx="12454965" cy="6858000"/>
          </a:xfrm>
        </p:spPr>
      </p:pic>
    </p:spTree>
    <p:extLst>
      <p:ext uri="{BB962C8B-B14F-4D97-AF65-F5344CB8AC3E}">
        <p14:creationId xmlns:p14="http://schemas.microsoft.com/office/powerpoint/2010/main" val="174312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B20D-996F-9615-FE1F-E3E41BAD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1958D0-B6AC-4979-01C9-FB1B12CE2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27" y="0"/>
            <a:ext cx="12246427" cy="6858000"/>
          </a:xfrm>
        </p:spPr>
      </p:pic>
    </p:spTree>
    <p:extLst>
      <p:ext uri="{BB962C8B-B14F-4D97-AF65-F5344CB8AC3E}">
        <p14:creationId xmlns:p14="http://schemas.microsoft.com/office/powerpoint/2010/main" val="71769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16DFC3-FD66-51E5-506C-3B1615EB1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1DF4-543A-D5BA-97C3-A680B73A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599911-04A1-FEF2-F760-EDC05C124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0"/>
            <a:ext cx="12665527" cy="7092695"/>
          </a:xfrm>
        </p:spPr>
      </p:pic>
    </p:spTree>
    <p:extLst>
      <p:ext uri="{BB962C8B-B14F-4D97-AF65-F5344CB8AC3E}">
        <p14:creationId xmlns:p14="http://schemas.microsoft.com/office/powerpoint/2010/main" val="271166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6BCCAE-42CD-35DF-F88F-27BCD5ACA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6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C808-9FDF-8BEB-2269-E253F1FD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0E09F1-614D-9C5C-3FF3-1BB20972E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1323" cy="6871942"/>
          </a:xfrm>
        </p:spPr>
      </p:pic>
    </p:spTree>
    <p:extLst>
      <p:ext uri="{BB962C8B-B14F-4D97-AF65-F5344CB8AC3E}">
        <p14:creationId xmlns:p14="http://schemas.microsoft.com/office/powerpoint/2010/main" val="1107061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DFA5-2F29-7BDD-E2BE-F0A05D2B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009448-2961-68D0-EFCF-5E1345C8B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4131" cy="6873514"/>
          </a:xfrm>
        </p:spPr>
      </p:pic>
    </p:spTree>
    <p:extLst>
      <p:ext uri="{BB962C8B-B14F-4D97-AF65-F5344CB8AC3E}">
        <p14:creationId xmlns:p14="http://schemas.microsoft.com/office/powerpoint/2010/main" val="149714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459861-11ED-89F3-5F07-DD350539A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0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9EEC-C443-13B2-6DB9-38F61402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F632EE-11EC-7FD8-08E0-244FA6AB1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877" y="1825625"/>
            <a:ext cx="7770246" cy="4351338"/>
          </a:xfrm>
        </p:spPr>
      </p:pic>
    </p:spTree>
    <p:extLst>
      <p:ext uri="{BB962C8B-B14F-4D97-AF65-F5344CB8AC3E}">
        <p14:creationId xmlns:p14="http://schemas.microsoft.com/office/powerpoint/2010/main" val="195771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6016-AF55-C530-2481-E352BBB9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9A492B-170D-BC94-626C-E9535A47C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877" y="1825625"/>
            <a:ext cx="7770246" cy="4351338"/>
          </a:xfrm>
        </p:spPr>
      </p:pic>
    </p:spTree>
    <p:extLst>
      <p:ext uri="{BB962C8B-B14F-4D97-AF65-F5344CB8AC3E}">
        <p14:creationId xmlns:p14="http://schemas.microsoft.com/office/powerpoint/2010/main" val="251780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312B92-27A4-3196-5A54-AD8F70B34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r="49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0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6D331-C838-049D-1478-192EE9C9B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31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58AE0C-CBF4-86B2-183D-5EE4A261D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57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FEA4E8-996F-A0A3-9F3B-D814A9584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" r="280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6718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D17DF1-9274-042E-6B5E-32756A24C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2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487EAF-9704-AD3B-C90D-B249EB9AD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08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C84C-428A-E166-B180-7FE9E6BE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38E00E-DEEB-BF4D-5ACF-85E2B9A61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</p:spPr>
      </p:pic>
    </p:spTree>
    <p:extLst>
      <p:ext uri="{BB962C8B-B14F-4D97-AF65-F5344CB8AC3E}">
        <p14:creationId xmlns:p14="http://schemas.microsoft.com/office/powerpoint/2010/main" val="2646354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9DFF-36D4-0D0C-E9ED-22F98F3C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CACDEC-72B7-0AFC-0B0B-3F158D1B5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484" y="0"/>
            <a:ext cx="12402967" cy="6945662"/>
          </a:xfrm>
        </p:spPr>
      </p:pic>
    </p:spTree>
    <p:extLst>
      <p:ext uri="{BB962C8B-B14F-4D97-AF65-F5344CB8AC3E}">
        <p14:creationId xmlns:p14="http://schemas.microsoft.com/office/powerpoint/2010/main" val="620991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E56C4C-5A25-F8E6-ADEA-474D3DB21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07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14B4-8F3E-109D-D204-CDEAA4C8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432807-7A9E-42F6-8381-E3E00EFE6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1" y="0"/>
            <a:ext cx="12246428" cy="6858000"/>
          </a:xfrm>
        </p:spPr>
      </p:pic>
    </p:spTree>
    <p:extLst>
      <p:ext uri="{BB962C8B-B14F-4D97-AF65-F5344CB8AC3E}">
        <p14:creationId xmlns:p14="http://schemas.microsoft.com/office/powerpoint/2010/main" val="1503677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EA9F25-1CD5-D6C6-D9CF-596D140EF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" r="94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91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2EE8-A5AC-9917-D165-04100B5C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FACCA1-0AC5-5A4D-F5BD-682173E09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71931" cy="7040282"/>
          </a:xfrm>
        </p:spPr>
      </p:pic>
    </p:spTree>
    <p:extLst>
      <p:ext uri="{BB962C8B-B14F-4D97-AF65-F5344CB8AC3E}">
        <p14:creationId xmlns:p14="http://schemas.microsoft.com/office/powerpoint/2010/main" val="1651545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731A-51E5-5C0D-DEF0-F1E9B7EC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1A2EE1-8A99-785E-57F3-3CB893994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625"/>
            <a:ext cx="12256053" cy="6953625"/>
          </a:xfrm>
        </p:spPr>
      </p:pic>
    </p:spTree>
    <p:extLst>
      <p:ext uri="{BB962C8B-B14F-4D97-AF65-F5344CB8AC3E}">
        <p14:creationId xmlns:p14="http://schemas.microsoft.com/office/powerpoint/2010/main" val="2934491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181C-3C44-5134-79C7-77AF4D5D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EB8D04-C73D-AD1F-822F-920FD7E5B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353" y="-442259"/>
            <a:ext cx="13241167" cy="7300259"/>
          </a:xfrm>
        </p:spPr>
      </p:pic>
    </p:spTree>
    <p:extLst>
      <p:ext uri="{BB962C8B-B14F-4D97-AF65-F5344CB8AC3E}">
        <p14:creationId xmlns:p14="http://schemas.microsoft.com/office/powerpoint/2010/main" val="46338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RUDRADEV PRIYADARSHI</dc:creator>
  <cp:lastModifiedBy>RUDRADEV PRIYADARSHI</cp:lastModifiedBy>
  <cp:revision>1</cp:revision>
  <dcterms:created xsi:type="dcterms:W3CDTF">2025-12-12T18:04:08Z</dcterms:created>
  <dcterms:modified xsi:type="dcterms:W3CDTF">2025-12-12T18:26:36Z</dcterms:modified>
</cp:coreProperties>
</file>